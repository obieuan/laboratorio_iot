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74320"/>
            <a:ext cx="2286000" cy="22860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097280"/>
            <a:ext cx="2286000" cy="22860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IoT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visual rápido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126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IoT • Ingeniería en Software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9144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6916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6642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(~15 min)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23500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32257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la interfaz (~10 min)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300837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298094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clave (~15 min)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20640" y="36667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666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63931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MQTT → Dashboard (~20 min)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432511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42976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HTTP endpoint (~15 min)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120640" y="49834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495604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integradora (~35 min)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Node-RED?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 programming para IoT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64008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4708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Node.js — lógica en JS cuando necesitas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0040" y="2532888"/>
            <a:ext cx="64008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0545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= bloques reutilizables (MQTT, HTTP, función, DB…)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0040" y="3191256"/>
            <a:ext cx="64008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6382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visual: arrastra, conecta, despliega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3849624"/>
            <a:ext cx="64008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221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en el browser → localhost:1880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20040" y="4507992"/>
            <a:ext cx="64008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480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integrar protocolos sin boilerplate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394960" cy="5212080"/>
          </a:xfrm>
          <a:prstGeom prst="rect">
            <a:avLst/>
          </a:prstGeom>
          <a:solidFill>
            <a:srgbClr val="0A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1280160"/>
            <a:ext cx="36576" cy="5029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783080"/>
            <a:ext cx="23317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paho.mqtt.client as mqtt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on_message(c,u,msg):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= float(msg.payload)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val &gt; 30: send_alert(val)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mqtt.Client()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client.on_message = on_message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client.connect('broker', 1883)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client.subscribe('sensor/temp')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client.loop_forever()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06840" y="1783080"/>
            <a:ext cx="2651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mqtt in ]──[ function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val &gt;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debug / alert 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 boilerplate.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 loop manual.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Arrastra y conecta.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rápida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37160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 → descargar e instalar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291840" cy="1417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188720"/>
            <a:ext cx="365760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37160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434840" y="2606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Node-RED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3484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línea en terminal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794760"/>
            <a:ext cx="3291840" cy="10972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--unsafe-perm node-red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188720"/>
            <a:ext cx="365760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137160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606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6676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http://localhost:1880 en el browser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12480" y="3794760"/>
            <a:ext cx="3291840" cy="10972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Windows: ejecutar terminal como Administrador para el paso 2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— localhost:1880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15214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1615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Node-RED  ☰   [Deploy ▶]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011680" cy="4754880"/>
          </a:xfrm>
          <a:prstGeom prst="rect">
            <a:avLst/>
          </a:prstGeom>
          <a:solidFill>
            <a:srgbClr val="EBF4F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NODOS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148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624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debug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9981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99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 function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75304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5753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mqtt 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05079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50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mqtt 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5262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526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http 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50017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001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http response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547725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54772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1691640"/>
            <a:ext cx="6858000" cy="4754880"/>
          </a:xfrm>
          <a:prstGeom prst="rect">
            <a:avLst/>
          </a:prstGeom>
          <a:solidFill>
            <a:srgbClr val="FAFCFE"/>
          </a:solidFill>
          <a:ln w="7620">
            <a:solidFill>
              <a:srgbClr val="8BA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173736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 /  Flow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20040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32004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320040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2004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20040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2004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3401568"/>
            <a:ext cx="2743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3401568"/>
            <a:ext cx="45720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35" name="Shape 33"/>
          <p:cNvSpPr/>
          <p:nvPr/>
        </p:nvSpPr>
        <p:spPr>
          <a:xfrm>
            <a:off x="9281160" y="1691640"/>
            <a:ext cx="2560320" cy="4754880"/>
          </a:xfrm>
          <a:prstGeom prst="rect">
            <a:avLst/>
          </a:prstGeom>
          <a:solidFill>
            <a:srgbClr val="EBF4F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/ INFO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7260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22:14:01 msg.payload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'hola'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22:14:05 msg.payload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6291072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" y="6263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Paleta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91840" y="629107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3547872" y="6263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Workspace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6291072"/>
            <a:ext cx="20116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6473952" y="6263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Debug/Info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0" y="6291072"/>
            <a:ext cx="20116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9400032" y="6263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Deploy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esenciales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49047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490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07568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un mensaje manualmente o en intervalo. Útil para pruebas y triggers programados.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3258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9047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490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debug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07568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msg.payload en el panel lateral. Tu console.log de Node-RED.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0456" y="13258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149047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1490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 function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85048" y="207568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puro. Recibe msg, procesa y retorna. Acceso a msg.payload, topic, etc.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95935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959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mqtt in/out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454456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Suscribirse o publicar en un broker MQTT. Configura host, puerto y topic.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70248" y="379476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95935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959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http in/out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454456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endpoint REST dentro de Node-RED. Recibe GET/POST y responde.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0456" y="379476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5048" y="395935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5048" y="3959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85048" y="454456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UI: gauge, chart, text, button. Instalar via Manage Palette.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MQTT →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ESP32 publica temperatura en sensor/temp cada 2s.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suscribe, convierte a número y muestra en un gauge.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sensor/temp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42032"/>
            <a:ext cx="7315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83280" y="2395728"/>
            <a:ext cx="182880" cy="365760"/>
          </a:xfrm>
          <a:prstGeom prst="triangle">
            <a:avLst/>
          </a:prstGeom>
          <a:solidFill>
            <a:srgbClr val="8BA9B8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parseFloat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2542032"/>
            <a:ext cx="7315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5943600" y="2395728"/>
            <a:ext cx="182880" cy="365760"/>
          </a:xfrm>
          <a:prstGeom prst="triangle">
            <a:avLst/>
          </a:prstGeom>
          <a:solidFill>
            <a:srgbClr val="8BA9B8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ui_gauge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2542032"/>
            <a:ext cx="7315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8503920" y="2395728"/>
            <a:ext cx="182880" cy="365760"/>
          </a:xfrm>
          <a:prstGeom prst="triangle">
            <a:avLst/>
          </a:prstGeom>
          <a:solidFill>
            <a:srgbClr val="8BA9B8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2461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function — parseFloat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54864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749040"/>
            <a:ext cx="5266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msg.payload = parseFloat(msg.payload);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msg;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nodo mqtt 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703320"/>
            <a:ext cx="19202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39328" y="3703320"/>
            <a:ext cx="36576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703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 : 1883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206240"/>
            <a:ext cx="19202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39328" y="4206240"/>
            <a:ext cx="36576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2062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sensor/temp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709160"/>
            <a:ext cx="19202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709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39328" y="4709160"/>
            <a:ext cx="36576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709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5212080"/>
            <a:ext cx="19202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212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39328" y="5212080"/>
            <a:ext cx="36576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5212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auto-detect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6172200"/>
            <a:ext cx="1152144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Instalar dashboard: Manage Palette → buscar node-red-dashboard → Install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HTTP POST → Acción MQTT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(Postman, curl, otro micro) hace POST a /led.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lo recibe, extrae el valor y publica en control/led.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42032"/>
            <a:ext cx="7315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83280" y="2395728"/>
            <a:ext cx="182880" cy="365760"/>
          </a:xfrm>
          <a:prstGeom prst="triangle">
            <a:avLst/>
          </a:prstGeom>
          <a:solidFill>
            <a:srgbClr val="8BA9B8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body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2542032"/>
            <a:ext cx="7315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5943600" y="2395728"/>
            <a:ext cx="182880" cy="365760"/>
          </a:xfrm>
          <a:prstGeom prst="triangle">
            <a:avLst/>
          </a:prstGeom>
          <a:solidFill>
            <a:srgbClr val="8BA9B8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control/led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2542032"/>
            <a:ext cx="7315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8503920" y="2395728"/>
            <a:ext cx="182880" cy="365760"/>
          </a:xfrm>
          <a:prstGeom prst="triangle">
            <a:avLst/>
          </a:prstGeom>
          <a:solidFill>
            <a:srgbClr val="8BA9B8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148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2148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542032"/>
            <a:ext cx="45720" cy="1005840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349240" y="3547872"/>
            <a:ext cx="3246120" cy="54864"/>
          </a:xfrm>
          <a:prstGeom prst="rect">
            <a:avLst/>
          </a:prstGeom>
          <a:solidFill>
            <a:srgbClr val="8BA9B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function — extraer body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54864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749040"/>
            <a:ext cx="5266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estado = msg.payload.estado; // "ON" | "OFF"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msg.payload = estado;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msg;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curl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657600"/>
            <a:ext cx="54864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749040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http://localhost:1880/led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'{"estado":"ON"}'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" y="6172200"/>
            <a:ext cx="1152144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http in ya parsea JSON automáticamente si Content-Type es application/json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— Pipeline integrador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construir un flujo completo en ~35 minutos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37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(simulado)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267712"/>
            <a:ext cx="1828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246120" y="2148840"/>
            <a:ext cx="164592" cy="310896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→ mqtt 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737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67712"/>
            <a:ext cx="1828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6172200" y="2148840"/>
            <a:ext cx="164592" cy="310896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+ chart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humedad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37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2267712"/>
            <a:ext cx="1828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 rot="5400000">
            <a:off x="9098280" y="2148840"/>
            <a:ext cx="164592" cy="310896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/control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LED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737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(ML-lite)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simple: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 &gt; umbral → alert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" y="422452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2062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ESP32 con nodo inject publicando JSON {temp, hum} via MQTT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64515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temperatura en gauge y humedad en chart (dashboard)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510235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084064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endpoint POST /control que reciba {led: 'ON'|'OFF'} y publique en control/led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554126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5541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522976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nodo function que detecte temp &gt; 30 y dispare un debug de alerta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598017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5980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59618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conectar el alert a un nodo http request que llame una API externa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&amp; 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1430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764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nodered.org/docs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completa de nodos y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286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Flows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flows.nodered.org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377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flows compartidos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154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nodes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35021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github.com/node-red/node-red-dashboard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gauge, chart, button, form…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023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local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mosquitto.org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114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Mosquitto, mismo broker que usaron en clase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983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sigue?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5486400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5896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la Raspberry Pi como broker + gateway real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" y="5833872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 InfluxDB + Grafana para histórico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" y="6181344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615391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dashboard en la red local del laboratorio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2026-04-28T10:54:15Z</dcterms:created>
  <dcterms:modified xsi:type="dcterms:W3CDTF">2026-04-28T10:54:15Z</dcterms:modified>
</cp:coreProperties>
</file>