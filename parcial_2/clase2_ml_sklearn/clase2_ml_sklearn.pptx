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54864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0116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 para IoT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y Clasificación con scikit-learn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200400" y="3474720"/>
            <a:ext cx="27432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Avanzado — EIUM — Universidad Modelo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Gabriel | Marzo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 de la Clase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5486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15568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0058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463040" y="10058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de datos a anomalías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132320" y="10058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645920"/>
            <a:ext cx="8046720" cy="548640"/>
          </a:xfrm>
          <a:prstGeom prst="rect">
            <a:avLst/>
          </a:prstGeom>
          <a:solidFill>
            <a:srgbClr val="EDE9F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5564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16459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463040" y="16459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Machine Learning?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132320" y="1645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2286000"/>
            <a:ext cx="8046720" cy="5486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9572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22860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463040" y="2286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Regresión: predecir valores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7132320" y="2286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2926080"/>
            <a:ext cx="8046720" cy="548640"/>
          </a:xfrm>
          <a:prstGeom prst="rect">
            <a:avLst/>
          </a:prstGeom>
          <a:solidFill>
            <a:srgbClr val="EDE9FE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035808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97280" y="29260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1463040" y="2926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Clasificación: etiquetar eventos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132320" y="2926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48640" y="3566160"/>
            <a:ext cx="8046720" cy="5486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675888"/>
            <a:ext cx="329184" cy="32918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97280" y="35661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1463040" y="35661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completo: datos → modelo → predicción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7132320" y="35661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solidFill>
            <a:srgbClr val="EDE9FE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315968"/>
            <a:ext cx="329184" cy="32918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097280" y="42062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400" dirty="0"/>
          </a:p>
        </p:txBody>
      </p:sp>
      <p:sp>
        <p:nvSpPr>
          <p:cNvPr id="31" name="Text 23"/>
          <p:cNvSpPr/>
          <p:nvPr/>
        </p:nvSpPr>
        <p:spPr>
          <a:xfrm>
            <a:off x="1463040" y="42062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guiada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7132320" y="4206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2 horas  |  Más teoría, conceptos claros, práctica al final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Recap: ¿Dónde quedamos?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6187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143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Recolectamos datos IoT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71600" y="1463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864 lecturas de 3 servidores (temp, power, CPU, fan)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965960"/>
            <a:ext cx="8046720" cy="73152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30552"/>
            <a:ext cx="402336" cy="402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011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Exploramos con pandas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71600" y="2331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df.describe(), isnull(), histogramas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2834640"/>
            <a:ext cx="8046720" cy="73152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99923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2880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Visualizamos series de tiempo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71600" y="3200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Identificamos picos y patrones diurnos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3703320"/>
            <a:ext cx="8046720" cy="73152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867912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3749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Detectamos anomalías manualmente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371600" y="4069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fijo y desviación estándar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Hoy: en lugar de reglas manuales, dejamos que la máquina aprenda los patrones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Machine Learning?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29184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Tradicional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30175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755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20299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Escritas por humano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514600"/>
            <a:ext cx="30175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532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Datos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8072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del sensor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3291840"/>
            <a:ext cx="30175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310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Resultado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5844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temp &gt; 30: alerta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3931920" cy="329184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12080" y="1737360"/>
            <a:ext cx="30175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1755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49240" y="20299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sensores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12080" y="2514600"/>
            <a:ext cx="30175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2532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Resultados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28072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Etiquetas: normal/anomalía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12080" y="3291840"/>
            <a:ext cx="30175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349240" y="3310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Reglas aprendidas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49240" y="35844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descubre los patrones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invierte el proceso: en vez de escribir reglas, le das ejemplos y el algoritmo aprende las reglas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Dos tipos de ML que usaremos hoy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234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Regresión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8580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Predice un número continuo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228600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será la temperatura del servidor en 10 minutos?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Entrada: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power, hora del día, fan RPM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Salida: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número: 24.7°C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Algoritmo: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Lineal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2344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32120" y="1234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Clasificación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98348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 una categoría / etiqueta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83480" y="228600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¿Este registro es normal o anómalo?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Entrada: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temp, CPU, power, fan RPM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Salida: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etiqueta: "normal" o "anomalía"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Algoritmo: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 Decisión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Regresión Lineal — El concepto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idea: encontrar la línea que mejor describe la relación entre variables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572000" cy="320040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63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simplificada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1920240"/>
            <a:ext cx="384048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20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 = a×cpu + b×power + c×hora + 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b, c, d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coeficientes que el modelo aprende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busca valores que minimizan el error entre predicción y temperatura real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concreto: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CPU=40%, power=200W, hora=14: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 ≈ 0.05×40 + 0.01×200 + 0.1×14 + 18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 ≈ 2 + 2 + 1.4 + 18 = 23.4°C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0" y="1371600"/>
            <a:ext cx="3474720" cy="320040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46304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43600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86400" y="201168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como aprender a estimar la cuenta del restaurante: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muchas visitas,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intuitivamente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sabes que: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 pedimos 3 platos y 2 bebidas, la cuenta será ~$450"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tienes una regla exacta, pero tus experiencias previas (datos) te permiten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número razonable.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Regresión Lineal — En código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303520" cy="3840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sklearn.linear_model import LinearRegression
</a:t>
            </a:r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train_test_split
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Preparar features (X) y target (y)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df[["cpu_percent", "power_w", "hour"]]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df["temperature_c"]
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Dividir: 80% entrenar, 20% probar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\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train_test_split(X, y, test_size=0.2)
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Crear y entrenar el modelo
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 = LinearRegression()
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modelo.fit(X_train, y_train)
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Evaluar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modelo.score(X_test, y_test)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print(f"R² = {score:.2f}")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~0.85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035040" y="1005840"/>
            <a:ext cx="2834640" cy="384048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0" y="1097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a paso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17920" y="15544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(features)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0" y="1783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variables que el modelo usa para predecir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0" y="21945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(target)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0" y="2423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queremos predecir: la temperatura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0" y="28346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train_test_split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3063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datos para entrenar y para evaluar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0" y="34747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.fit()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3703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aprende de los datos de entrenamiento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41148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.score()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4343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qué tan bien predice (1.0 = perfecto)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dividir los datos?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evaluamos con los mismos datos que usamos para entrenar, el modelo puede memorizar en vez de aprender.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554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completo (864 registros)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1965960"/>
            <a:ext cx="6400800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965960"/>
            <a:ext cx="512064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9659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(80%)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92240" y="1965960"/>
            <a:ext cx="128016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9659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(20%)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3931920" cy="164592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017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entrenamiento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3832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ve estos datos durante .fit() y aprende los patrones. Es como el "material de estudio" antes de un examen.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926080"/>
            <a:ext cx="3931920" cy="164592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3017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prueba (test)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33832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NUNCA ve estos datos durante el entrenamiento. Se usan para evaluar. Es el "examen" — mide si realmente aprendió.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esta separación, no sabemos si el modelo generaliza o solo memoriza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Clasificación — El concepto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vez de predecir un número, asignamos una etiqueta: ¿normal o anomalía?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338328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63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 Decisión — así piensa el modelo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1965960"/>
            <a:ext cx="274320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965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¿temp &gt; 30°C?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94560" y="2423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2423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2468880"/>
            <a:ext cx="-1371600" cy="4572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0" y="2468880"/>
            <a:ext cx="1371600" cy="4572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2926080"/>
            <a:ext cx="2377440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2926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¿power &gt; 350W?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0" y="2926080"/>
            <a:ext cx="201168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0" y="2926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✓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011680" y="3429000"/>
            <a:ext cx="-640080" cy="3657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08960" y="3429000"/>
            <a:ext cx="640080" cy="3657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474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0" y="3474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201168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 REAL ✗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0" y="3840480"/>
            <a:ext cx="201168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ROTO ⚠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árbol aprende estas reglas automáticamente a partir de datos etiquetados — no las programamos nosotros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Clasificación — En código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303520" cy="3840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sklearn.tree import DecisionTreeClassifier
</a:t>
            </a:r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accuracy_score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Crear etiquetas a partir de reglas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df["label"] = "normal"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df.loc[df["temperature_c"] &gt; 30, "label"] = \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"anomaly"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Features y target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df[["cpu_percent","power_w","fan_rpm"]]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df["label"]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Train/test split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X_tr, X_te, y_tr, y_te = train_test_split(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X, y, test_size=0.2)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Entrenar árbol de decisión
</a:t>
            </a:r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arbol = DecisionTreeClassifier(max_depth=4)
</a:t>
            </a:r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arbol.fit(X_tr, y_tr)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Evaluar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 = arbol.predict(X_te)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print(accuracy_score(y_te, pred)) 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~0.97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035040" y="1005840"/>
            <a:ext cx="2834640" cy="384048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0" y="1097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clave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17920" y="15087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Etiquetas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0" y="1691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ML supervisado necesitas datos etiquetados. Aquí usamos las reglas de la clase pasada para crear las etiquetas.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217920" y="20848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max_depth=4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0" y="22677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 la profundidad del árbol para evitar que memorice (overfitting).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217920" y="266090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accuracy_score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0" y="284378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predicciones correctas. 0.97 = acierta el 97% de las veces.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17920" y="323697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.predict()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0" y="34198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un registro nuevo, el modelo dice: ¿normal o anomalía?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completo: datos → modelo → predicción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146304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6517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Recolectar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→ MQTT → API → DB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651760" cy="146304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9728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Limpiar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29000" y="1645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NaN, outliers, tipos de datos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651760" cy="146304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97280"/>
            <a:ext cx="26517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Features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1645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columnas relevantes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2651760" cy="146304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26080"/>
            <a:ext cx="26517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Entrenar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" y="34747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.fit() con datos históricos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0" y="2926080"/>
            <a:ext cx="2651760" cy="146304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2926080"/>
            <a:ext cx="26517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Evaluar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29000" y="34747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R², accuracy en datos de test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2926080"/>
            <a:ext cx="2651760" cy="146304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2926080"/>
            <a:ext cx="26517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Desplegar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55080" y="34747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recibe datos en tiempo real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cubrimos los pasos 3-5. El paso 6 (despliegue) lo verán en proyectos finales.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Práctica Guiada (30 min)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713232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33856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33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datos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3533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Cargar CSV, crear columna 'hour', limpiar NaN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80467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956816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956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21762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Entrenar LinearRegression, evaluar R², graficar real vs pred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651760"/>
            <a:ext cx="8046720" cy="713232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2779776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29992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Crear etiquetas, entrenar DecisionTree, ver accuracy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474720"/>
            <a:ext cx="80467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602736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71600" y="38221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¿Qué método es mejor para qué problema?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 el mismo dataset server_room_telemetry.csv de la clase anterior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2344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0240" y="11887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aprende reglas de los datos — no las programamos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92024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20240" y="18745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predice números: ¿cuál será la temperatura?</a:t>
            </a:r>
            <a:endParaRPr lang="en-US" sz="16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606040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920240" y="2560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asigna etiquetas: ¿normal o anomalía?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291840"/>
            <a:ext cx="365760" cy="3657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920240" y="32461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 previene memorización</a:t>
            </a:r>
            <a:endParaRPr lang="en-US" sz="1600" dirty="0"/>
          </a:p>
        </p:txBody>
      </p:sp>
      <p:sp>
        <p:nvSpPr>
          <p:cNvPr id="12" name="Shape 6"/>
          <p:cNvSpPr/>
          <p:nvPr/>
        </p:nvSpPr>
        <p:spPr>
          <a:xfrm>
            <a:off x="1371600" y="3840480"/>
            <a:ext cx="6400800" cy="91440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7"/>
          <p:cNvSpPr/>
          <p:nvPr/>
        </p:nvSpPr>
        <p:spPr>
          <a:xfrm>
            <a:off x="1554480" y="38862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estas dos herramientas ya puedes: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1554480" y="42062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 comportamiento futuro de sensores + Detectar y clasificar anomalías automáticamente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con scikit-learn para IoT</dc:title>
  <dc:subject>PptxGenJS Presentation</dc:subject>
  <dc:creator>Prof. Gabriel - EIUM</dc:creator>
  <cp:lastModifiedBy>Prof. Gabriel - EIUM</cp:lastModifiedBy>
  <cp:revision>1</cp:revision>
  <dcterms:created xsi:type="dcterms:W3CDTF">2026-03-17T18:05:44Z</dcterms:created>
  <dcterms:modified xsi:type="dcterms:W3CDTF">2026-03-17T18:05:44Z</dcterms:modified>
</cp:coreProperties>
</file>