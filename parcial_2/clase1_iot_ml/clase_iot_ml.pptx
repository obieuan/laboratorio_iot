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Datos IoT a Machine Learning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Cuarto de Servidores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474720"/>
            <a:ext cx="27432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Avanzado — EIUM — Universidad Modelo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Gabriel | Marzo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de la Clase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704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97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63040" y="1097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ML en IoT?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0" y="1097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solidFill>
            <a:srgbClr val="E8F4F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763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46304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telemetría a dataset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132320" y="1554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01168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8483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6304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datos en Python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13232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solidFill>
            <a:srgbClr val="E8F4F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54203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2468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46304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de datos (EDA)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13232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9923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97280" y="2926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146304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 datos IoT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132320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solidFill>
            <a:srgbClr val="E8F4FD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456432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97280" y="3383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146304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anomalías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132320" y="3383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913632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097280" y="3840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146304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tiempo real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7132320" y="3840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8F4FD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370832"/>
            <a:ext cx="310896" cy="31089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097280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146304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guiada</a:t>
            </a:r>
            <a:endParaRPr lang="en-US" sz="1400" dirty="0"/>
          </a:p>
        </p:txBody>
      </p:sp>
      <p:sp>
        <p:nvSpPr>
          <p:cNvPr id="42" name="Text 32"/>
          <p:cNvSpPr/>
          <p:nvPr/>
        </p:nvSpPr>
        <p:spPr>
          <a:xfrm>
            <a:off x="7132320" y="4297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 horas  |  Teoría → Ejemplo → Práctica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¿Para qué usar ML en IoT?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2618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anomalías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lecturas fuera de rango en sensores de temperatura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8046720" cy="822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317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2219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consumo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63040" y="2560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Anticipar picos de energía para optimizar costos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8046720" cy="822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918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1821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predictivo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6304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fallos antes de que ocurran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069080"/>
            <a:ext cx="8046720" cy="822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519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1422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inteligentes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63040" y="4480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solo eventos realmente importantes, no ruido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Ejemplo: Cuarto de Servidores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Normal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19202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Temperatura: 20-25°C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Consumo: 150-250W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15-40%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Ventiladores: 800-1200 RPM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 Detectada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120640" y="19202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Temperatura: 38°C 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Consumo: 420W 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95% 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¿Falla de enfriamiento?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¿Ataque / minería cripto?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¿Sensor defectuoso?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ayuda a detectar y clasificar estas situaciones automáticamente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Telemetría a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8229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109728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40280" y="1097280"/>
            <a:ext cx="1371600" cy="8229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1097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11880" y="109728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023360" y="1097280"/>
            <a:ext cx="1371600" cy="8229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23360" y="1097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109728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806440" y="1097280"/>
            <a:ext cx="1371600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06440" y="1097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78040" y="109728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589520" y="1097280"/>
            <a:ext cx="1371600" cy="8229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1097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datos almacenados: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8046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  <a:gridCol w="1371600"/>
                <a:gridCol w="1097280"/>
                <a:gridCol w="118872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temperature_c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power_w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cpu_percent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fan_rpm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SRV-01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2025-03-15 10:00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210.5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35.2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SRV-01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2025-03-15 10:05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215.3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38.1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SRV-01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2025-03-15 10:10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38.1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380.2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92.4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fila roja muestra una anomalía: temperatura y consumo muy por encima de lo normal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= una lectura de sensor. Muchas filas = un dataset listo para análisis.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Importar Datos IoT en Python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029200" cy="2560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archivo CSV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
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Cargar datos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pd.read_csv("server_room_telemetry.csv")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Vista rápida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print(df.head())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print(df.shape)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(864, 6)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5029200" cy="1188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794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API REST (alternativa)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= requests.get("http://api.eium.mx/telemetry")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pd.DataFrame(res.json())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097280"/>
            <a:ext cx="2926080" cy="38862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1645920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la librería principal para análisis de datos en Python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tabla de datos (como Excel)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.head()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muestra las primeras 5 filas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.shape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indica (filas, columnas)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Exploración de Datos (EDA)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cualquier modelo, siempre exploramos los datos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3474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63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descriptivas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920240"/>
            <a:ext cx="2423160" cy="1645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116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count, mean, std, min, max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 cada columna numérica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7947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rango normal?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1371600"/>
            <a:ext cx="2697480" cy="3474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74720" y="1463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faltantes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74720" y="1920240"/>
            <a:ext cx="2423160" cy="1645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1"/>
          <p:cNvSpPr/>
          <p:nvPr/>
        </p:nvSpPr>
        <p:spPr>
          <a:xfrm>
            <a:off x="3566160" y="20116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temperature_c   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power_w          0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37947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4048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datos incompletos?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1371600"/>
            <a:ext cx="2697480" cy="3474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355080" y="1463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355080" y="1920240"/>
            <a:ext cx="2423160" cy="1645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6"/>
          <p:cNvSpPr/>
          <p:nvPr/>
        </p:nvSpPr>
        <p:spPr>
          <a:xfrm>
            <a:off x="6446520" y="20116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df["temperature_c"].hist(bins=30)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plt.xlabel("Temperatura (°C)")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79476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2084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distribuyen los valores?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Visualización de Datos IoT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389120" cy="3291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de tiempo — temperatura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Filtrar un servidor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srv1 = df[df["device_id"] == "SRV-01"]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Graficar temperatura vs tiempo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plt.figure(figsize=(12, 4))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plt.plot(srv1["timestamp"],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srv1["temperature_c"],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linewidth=0.8)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plt.xlabel("Tiempo")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plt.ylabel("Temperatura (°C)")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plt.title("SRV-01 — Temperatura 24h")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plt.xticks(rotation=45)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212080" y="1097280"/>
            <a:ext cx="3566160" cy="329184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buscar en la gráfica?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7830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0" y="1737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Tendencias: ¿sube la temp en horario laboral?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4231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Picos: ¿hay valores inusuales?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0632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43600" y="3017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Patrones: ¿se repite cada día?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70332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43600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Gaps: ¿faltan datos en algún periodo?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visualización es el primer paso para entender si algo 'no se ve bien'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Detección Simple de Anomalías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5661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1: Umbral fijo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657600" cy="1463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temp &gt; 30°C → alerta
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= 30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df["alert"] = (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df["temperature_c"] &gt; THRESHOLD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fácil de entender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adapta — requiere conocer el rango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35661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2: Desviación estándar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1691640"/>
            <a:ext cx="3657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7830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Valores a más de 2σ del promedio
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= df["temperature_c"].mean()
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 = df["temperature_c"].std()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df["anomaly"] = (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abs(df["temperature_c"] - mean)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2 * std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3703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adapta a los datos reales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Asume distribución normal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métodos son un primer paso — en la siguiente clase veremos ML con scikit-learn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Arquitectura: ML en Tiempo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6400800" cy="5943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09728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014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(ESP32)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103120" y="1298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Temperatura, consumo, CPU, ventiladores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97680" y="15544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▼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371600" y="1755648"/>
            <a:ext cx="64008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847088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03120" y="1764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103120" y="20482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ligero — mensajes en tiempo real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297680" y="23042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▼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371600" y="2505456"/>
            <a:ext cx="6400800" cy="59436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596896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03120" y="2514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Ingesta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103120" y="27980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Recibe, valida y almacena datos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297680" y="30540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▼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1371600" y="3255264"/>
            <a:ext cx="6400800" cy="5943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3346704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103120" y="3264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ML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2103120" y="35478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datos — detecta anomalías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297680" y="380390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▼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1371600" y="4005072"/>
            <a:ext cx="6400800" cy="59436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409651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103120" y="40142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2103120" y="4297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al admin si hay anomalía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cubrimos los pasos 3-4 (datos → análisis). Siguiente clase: paso 4-5 con scikit-learn.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 Guiada (20 min)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621792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42416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987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y cargar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2435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 matplotlib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 server_room_telemetry.csv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673352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75564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195681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df.describe(), df.isnull().sum()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¿Cuántos registros? ¿Valores faltantes?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386584"/>
            <a:ext cx="8046720" cy="621792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2414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670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Graficar temperatura de SRV-01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Identificar anomalías visualmente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099816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18211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127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3832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Aplicar umbral y desviación estándar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¿Cuántas anomalías encontraron?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813048"/>
            <a:ext cx="8046720" cy="621792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89534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0965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¿Qué tipo de anomalía es cada una?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¿Falla real, sensor roto, o ataque?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incluye 4 tipos de anomalía: falla de enfriamiento, pico de consumo, datos faltantes, temp imposible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344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188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IoT forman datasets analizables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202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0240" y="1874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nos ayuda a entender el comportamiento normal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60604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20240" y="2560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visualización revela patrones y anomalías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29184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20240" y="3246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simple (umbral y σ) ya es útil en producción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1371600" y="3657600"/>
            <a:ext cx="6400800" cy="10972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7"/>
          <p:cNvSpPr/>
          <p:nvPr/>
        </p:nvSpPr>
        <p:spPr>
          <a:xfrm>
            <a:off x="1554480" y="37490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Clase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55448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con scikit-learn: regresión para predicción y clasificación para detección de eventos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datos IoT a ML - Cuarto de Servidores</dc:title>
  <dc:subject>PptxGenJS Presentation</dc:subject>
  <dc:creator>Prof. Gabriel - EIUM</dc:creator>
  <cp:lastModifiedBy>Prof. Gabriel - EIUM</cp:lastModifiedBy>
  <cp:revision>1</cp:revision>
  <dcterms:created xsi:type="dcterms:W3CDTF">2026-03-17T17:51:06Z</dcterms:created>
  <dcterms:modified xsi:type="dcterms:W3CDTF">2026-03-17T17:51:06Z</dcterms:modified>
</cp:coreProperties>
</file>